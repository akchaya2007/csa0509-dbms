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8" r:id="rId12"/>
    <p:sldId id="269" r:id="rId13"/>
    <p:sldId id="271" r:id="rId14"/>
    <p:sldId id="270" r:id="rId15"/>
    <p:sldId id="274" r:id="rId16"/>
    <p:sldId id="273" r:id="rId17"/>
    <p:sldId id="276" r:id="rId18"/>
    <p:sldId id="277" r:id="rId19"/>
    <p:sldId id="278" r:id="rId20"/>
    <p:sldId id="280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1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6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7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3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6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1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9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7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5D5A1-3394-49B6-83CC-FD760AFB3ED8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89D96-3EA3-4DE6-9498-4EEB6964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1601"/>
            <a:ext cx="9144000" cy="1219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CO1-AT3-TECHNICAL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2662535"/>
            <a:ext cx="594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CSA0509 : Database Management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199" y="3810000"/>
            <a:ext cx="3733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Akchayadevi.G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(192524501)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E78AC-BA7D-88E3-A194-8D39AF81A896}"/>
              </a:ext>
            </a:extLst>
          </p:cNvPr>
          <p:cNvSpPr txBox="1"/>
          <p:nvPr/>
        </p:nvSpPr>
        <p:spPr>
          <a:xfrm rot="10800000" flipV="1">
            <a:off x="838200" y="3754624"/>
            <a:ext cx="312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Dr.  C. Kesavan</a:t>
            </a:r>
          </a:p>
        </p:txBody>
      </p:sp>
    </p:spTree>
    <p:extLst>
      <p:ext uri="{BB962C8B-B14F-4D97-AF65-F5344CB8AC3E}">
        <p14:creationId xmlns:p14="http://schemas.microsoft.com/office/powerpoint/2010/main" val="212458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9800"/>
            <a:ext cx="2667000" cy="12192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7924800" cy="29257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Management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system used to manage library activities.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information about books, members, authors, publishers, and librarians. Users can search, borrow, and return books quickly and easily.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and improves the accuracy of library records.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entities, attributes, and relationships in the database.</a:t>
            </a:r>
            <a:endParaRPr lang="en-US" sz="2000" dirty="0">
              <a:latin typeface="Times New Roman" panose="02020603050405020304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0A019-B687-F243-39DA-72C604D9B45C}"/>
              </a:ext>
            </a:extLst>
          </p:cNvPr>
          <p:cNvSpPr txBox="1"/>
          <p:nvPr/>
        </p:nvSpPr>
        <p:spPr>
          <a:xfrm>
            <a:off x="457200" y="1005579"/>
            <a:ext cx="6934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Q1. Create and present an ER diagram for an Online Library System, explaining each component clearly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546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ER DIAGRAM</a:t>
            </a:r>
          </a:p>
        </p:txBody>
      </p:sp>
      <p:sp>
        <p:nvSpPr>
          <p:cNvPr id="6" name="Freeform 5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9B50D-F025-A975-9687-9FF9FB778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9D021-C03A-10A8-2EA7-34C826922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47325"/>
            <a:ext cx="8077200" cy="457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2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4114800" cy="26670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Entities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registered person who can borrow library books.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information about each book available in the library. 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writer of a book. 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the company that publishes books.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Keeps track of book issue and return details. 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library operations and manages book transactions.. 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8200" y="1828800"/>
            <a:ext cx="419100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Attributes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Member: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Member_ID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Name, Email, Phone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Book: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Book_ID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Title, ISBN, Category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Author: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Author_ID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Author_Name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Publisher: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Publisher_ID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Publisher_Name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Loan: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Loan_ID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Issue_Date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Due_Date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Return_Date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Librarian: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Librarian_ID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Name, Phone 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3733800"/>
            <a:ext cx="411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Relationships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Member → Loan: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Borrows books (1:M)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Book → Loan: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Loan records (1:M)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Author ↔ Book: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Writes books (M:N)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Publisher → Book: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Publishes books (1:M) 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Librarian → Loan: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Processes loans (1:M) </a:t>
            </a:r>
          </a:p>
        </p:txBody>
      </p:sp>
      <p:sp>
        <p:nvSpPr>
          <p:cNvPr id="6" name="Freeform 5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2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Easy management of books and members.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Fast book issue and return process.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Reduces paperwork and manual errors.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Maintains accurate borrowing records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book searching faster.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accuracy and organization.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                        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Online Library System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makes library management easy and efficient.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ER Diagram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shows the entities, attributes, and relationships clearly.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helps organize data accurately and reduces duplication.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Overall, it provides a simple, reliable, and efficient database for library management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98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1" y="1752599"/>
            <a:ext cx="2781299" cy="243840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8999"/>
            <a:ext cx="8305800" cy="2438401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Extended Entity-Relationship (EER) Model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an advanced version of the ER model.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is used to design complex databases.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EER model includes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Inheritance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helps organize data efficiently and reduces duplication.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 University system,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3152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3BA41-0E4B-1E4C-C869-B3DFE8259913}"/>
              </a:ext>
            </a:extLst>
          </p:cNvPr>
          <p:cNvSpPr txBox="1"/>
          <p:nvPr/>
        </p:nvSpPr>
        <p:spPr>
          <a:xfrm>
            <a:off x="609600" y="1180603"/>
            <a:ext cx="7391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Q2. Prepare a presentation on the EER model, demonstrating generalization and specialization with a University case study</a:t>
            </a:r>
            <a:r>
              <a:rPr lang="en-US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208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17" y="9906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UNIVERSITY CASE STUDY: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0"/>
            <a:ext cx="6400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2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Superclass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:Common entity that stores shared information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Subclasses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Stores student details.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Stores faculty details.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Stores staff details.</a:t>
            </a:r>
          </a:p>
          <a:p>
            <a:pPr marL="0" indent="0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Generalization</a:t>
            </a:r>
          </a:p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Combines similar entities into one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Superclass (Person)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Specialization</a:t>
            </a:r>
          </a:p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Divides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based on their roles. </a:t>
            </a:r>
          </a:p>
          <a:p>
            <a:pPr marL="0" indent="0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Inheritance</a:t>
            </a:r>
          </a:p>
          <a:p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Student, Faculty, and Staff inherit common attributes from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Person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8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Reduces data duplication.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Organizes data in a better way.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Represents real-world situations clearly.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Makes the database easy to manage.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Improves database design and maintenance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                CONCLUSION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EER Model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an advanced version of the ER model.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to organize data efficiently.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reduces data redundancy and improves database structure.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University case study,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Overall, the EER model helps create a simple, efficient, and well-organized database. </a:t>
            </a:r>
          </a:p>
          <a:p>
            <a:pPr marL="0" indent="0">
              <a:buNone/>
            </a:pP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4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81200"/>
            <a:ext cx="3733800" cy="2209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2416"/>
            <a:ext cx="8229600" cy="251374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independence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the ability to change the database structure without affecting application programs.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is an important feature of 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two types of data independence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Logical and Physical.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improves database flexibility, maintenance, and performance.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391400" y="188497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174DE-89E0-CA98-B0B8-24843FE1C546}"/>
              </a:ext>
            </a:extLst>
          </p:cNvPr>
          <p:cNvSpPr txBox="1"/>
          <p:nvPr/>
        </p:nvSpPr>
        <p:spPr>
          <a:xfrm>
            <a:off x="990600" y="1066800"/>
            <a:ext cx="6400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Q3. Present the concept of data independence (logical and physical) and its significance in DBMS architecture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646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43" y="685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TYPES OF DATA INDEPENDENCE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20080"/>
            <a:ext cx="4800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Logical Data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logical structure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affecting user applications.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Adding a new column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to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table.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Existing programs continue to work without modification.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Data Independence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storage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affecting the logical structure.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Creating an index to improve search speed.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Changing file organization or storage device. </a:t>
            </a:r>
          </a:p>
          <a:p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2BA66-1794-4022-6F3E-A268057C5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39346"/>
            <a:ext cx="3428999" cy="40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0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1"/>
            <a:ext cx="68580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ADVANTAGES&amp; CONCLUSION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3962400" cy="2133600"/>
          </a:xfrm>
        </p:spPr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Reduces maintenance cost.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database security.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Increases flexibility.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Allows easy database updates.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Enhances system performance.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95800" y="1981200"/>
            <a:ext cx="4343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independence is an important feature of DBMS.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separates applications from the database structure.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Logical data independence protects applications from logical changes.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Overall, it makes the database more flexible, efficient, and easy to maintain. </a:t>
            </a:r>
          </a:p>
        </p:txBody>
      </p:sp>
      <p:sp>
        <p:nvSpPr>
          <p:cNvPr id="8" name="Freeform 7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87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33600" y="1939858"/>
            <a:ext cx="7391400" cy="2209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352800"/>
            <a:ext cx="8382000" cy="27733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software used to store, manage, and retrieve data.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helps users access data quickly and securely.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DBMS consists of different software components that work together.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main components are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Query Processor, Storage Manager, and Transaction Manager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D2C02-02A2-BF75-EE47-EAD9946FA344}"/>
              </a:ext>
            </a:extLst>
          </p:cNvPr>
          <p:cNvSpPr txBox="1"/>
          <p:nvPr/>
        </p:nvSpPr>
        <p:spPr>
          <a:xfrm>
            <a:off x="796412" y="1005579"/>
            <a:ext cx="84999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Q4. Deliver a technical presentation on the software components of a DBMS, explaining query processor, storage manager, and transaction manager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356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4267200" cy="2215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Query Processor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Accepts SQL queries from users.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Checks the query for errors.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Optimizes the query.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Executes the query efficiently.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76800" y="2514600"/>
            <a:ext cx="4038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Storage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storage of data in the database.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data whenever requested.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files, indexes, and memory.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is stored securely and efficiently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4114799"/>
            <a:ext cx="4419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Transaction Manager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Controls database transactions.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ACID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properties.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Prevents data loss and inconsistency.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Handles commit and rollback operations.</a:t>
            </a:r>
          </a:p>
          <a:p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WORK FLOW &amp;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4419600" cy="40687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User sends an SQL query.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Query Processor checks and executes the query.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Transaction Manager manages the transaction safely.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Storage Manager accesses the required data.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result is returned to the user. </a:t>
            </a:r>
          </a:p>
          <a:p>
            <a:endParaRPr lang="en-US" dirty="0"/>
          </a:p>
        </p:txBody>
      </p:sp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93D29-8DB9-5C58-E92F-B8D5A7D42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815546"/>
            <a:ext cx="4267200" cy="41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39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8600" y="274637"/>
            <a:ext cx="8915400" cy="193516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399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Query Processor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processes SQL queries.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Storage Manager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manages data storage and retrieval.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Transaction Manager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ensures safe and reliable transactions.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 three components work together for efficient database management.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make the DBMS fast, secure, and reliable.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44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514600"/>
            <a:ext cx="3124200" cy="685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276600"/>
            <a:ext cx="8077200" cy="4297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an object or thing that stores data in a database.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two types of entities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Strong Entity and Weak Entity.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Strong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has its own primary key.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Weak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depends on a strong entity for identification.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ER modeling uses both entities to represent real-world data accurately</a:t>
            </a:r>
            <a:r>
              <a:rPr lang="en-US" dirty="0"/>
              <a:t>.</a:t>
            </a:r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94953-A1E8-837E-2898-F714ED9FB1E3}"/>
              </a:ext>
            </a:extLst>
          </p:cNvPr>
          <p:cNvSpPr txBox="1"/>
          <p:nvPr/>
        </p:nvSpPr>
        <p:spPr>
          <a:xfrm>
            <a:off x="304800" y="1066801"/>
            <a:ext cx="861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Q5.Prepare a presentation comparing strong and weak entities in ER modeling with real-world examples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85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Comparison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892819"/>
              </p:ext>
            </p:extLst>
          </p:nvPr>
        </p:nvGraphicFramePr>
        <p:xfrm>
          <a:off x="457200" y="2057400"/>
          <a:ext cx="8229600" cy="42062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Strong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Weak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Has its own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Does not have its own 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Exists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Depends on a Strong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Represented by a single rectangle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Represented by a double rectangle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Primary key uniquely identifies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Uses a partial key with the owner's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Example: Student, 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Example: Dependent, Order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3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Strong Entity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Exists independently.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Has its own Primary Key.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Example: Student, Employee, Book. </a:t>
            </a:r>
          </a:p>
          <a:p>
            <a:pPr marL="0" indent="0"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Weak Entity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Depends on a Strong Entity.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Does not have a complete Primary Key.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Example: Dependent, Order Item. </a:t>
            </a:r>
          </a:p>
          <a:p>
            <a:pPr marL="0" indent="0"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Relationship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Strong Entity identifies the Weak Entity. </a:t>
            </a:r>
          </a:p>
          <a:p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The Weak Entity cannot exist without the Strong Entity.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55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91" y="914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STRONG &amp; WEAK ENTITIES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6627" y="13254"/>
            <a:ext cx="1212574" cy="901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E28C1E-5714-3C05-D1E4-65EA02BD6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66801" y="2001079"/>
            <a:ext cx="7101386" cy="387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29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Strong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has its own primary key and exists independently.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Weak Entity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depends on a strong entity for identification.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Both entities help represent real-world scenarios correctly.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improve the accuracy and organization of database design.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ER modeling makes databases simple, efficient, and reliable. </a:t>
            </a:r>
          </a:p>
          <a:p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7620000" y="-19879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6626" y="13254"/>
            <a:ext cx="1520483" cy="1282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3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1350</Words>
  <Application>Microsoft Office PowerPoint</Application>
  <PresentationFormat>On-screen Show (4:3)</PresentationFormat>
  <Paragraphs>179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CO1-AT3-TECHNICAL PRESENTATION</vt:lpstr>
      <vt:lpstr>INTRODUCTION</vt:lpstr>
      <vt:lpstr>ER DIAGRAM</vt:lpstr>
      <vt:lpstr>COMPONENTS</vt:lpstr>
      <vt:lpstr>ADVANTAGES</vt:lpstr>
      <vt:lpstr>INTRODUCTION</vt:lpstr>
      <vt:lpstr>UNIVERSITY CASE STUDY:</vt:lpstr>
      <vt:lpstr>COMPONENTS</vt:lpstr>
      <vt:lpstr>ADVANTAGES</vt:lpstr>
      <vt:lpstr>INTRODUCTION</vt:lpstr>
      <vt:lpstr>TYPES OF DATA INDEPENDENCE</vt:lpstr>
      <vt:lpstr>ADVANTAGES&amp; CONCLUSION</vt:lpstr>
      <vt:lpstr>INTRODUCTION</vt:lpstr>
      <vt:lpstr>COMPONENTS</vt:lpstr>
      <vt:lpstr>WORK FLOW &amp; DIAGRAM</vt:lpstr>
      <vt:lpstr>CONCLUSION</vt:lpstr>
      <vt:lpstr>INTRODUCTION</vt:lpstr>
      <vt:lpstr>Comparison Table</vt:lpstr>
      <vt:lpstr>COMPONENTS</vt:lpstr>
      <vt:lpstr>STRONG &amp; WEAK ENTITIES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akchayadevi@outlook.com</cp:lastModifiedBy>
  <cp:revision>15</cp:revision>
  <dcterms:created xsi:type="dcterms:W3CDTF">2026-07-18T15:15:20Z</dcterms:created>
  <dcterms:modified xsi:type="dcterms:W3CDTF">2026-07-20T06:19:46Z</dcterms:modified>
</cp:coreProperties>
</file>